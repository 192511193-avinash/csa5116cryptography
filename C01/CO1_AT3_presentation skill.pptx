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1" d="100"/>
          <a:sy n="81" d="100"/>
        </p:scale>
        <p:origin x="677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CF89E7-D80B-2CBA-DF85-670AD9BFC6F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E873F3C-0743-7A3B-369E-1237F338F9C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A5C93A-CA41-32B9-D2E0-43C9BA5BB4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E8D14F-84F4-4421-B885-0685E9BD2E97}" type="datetimeFigureOut">
              <a:rPr lang="en-IN" smtClean="0"/>
              <a:t>14-07-2026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5D6694-5D97-9AF6-60F2-55484CC0F8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2BC654-0F30-7B0A-7746-4421FE039D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CFCEE8-C2D8-4B9E-9AE4-2233921F737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613512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D4F89B-47B5-C1CE-B0EA-AC0872BE48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61E823-953C-E327-2DF4-68A8DFDFC1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D9AD81-23EB-1456-8CA5-4BB2A33F33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E8D14F-84F4-4421-B885-0685E9BD2E97}" type="datetimeFigureOut">
              <a:rPr lang="en-IN" smtClean="0"/>
              <a:t>14-07-2026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3107D0-EBCC-D8F5-9A80-FE4148E318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82C9CB-AB26-FE00-7E76-5621227355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CFCEE8-C2D8-4B9E-9AE4-2233921F737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470108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8D6EF5-32E1-73DF-F9E1-1A8800C9CC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808D65-70B5-3581-3FB7-5255718C58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E6C140-1353-2FB7-6AEA-7C309A9911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E8D14F-84F4-4421-B885-0685E9BD2E97}" type="datetimeFigureOut">
              <a:rPr lang="en-IN" smtClean="0"/>
              <a:t>14-07-2026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0AD071-6D7A-53C0-77C2-CC4E75FF9F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450D5C-E18F-0A2D-CCA3-8C17F18EC1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CFCEE8-C2D8-4B9E-9AE4-2233921F737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703566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E2DC1E-75C5-D6C1-B8D0-3BA38840F4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2E5754-F8C6-7ED6-D3E6-BBC1F59E452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1F9DBB1-20B2-7616-545D-FBC9B834AB9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31B4DAC-EEE7-ECE0-BFEA-3D387927AE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E8D14F-84F4-4421-B885-0685E9BD2E97}" type="datetimeFigureOut">
              <a:rPr lang="en-IN" smtClean="0"/>
              <a:t>14-07-2026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7A42B0-8284-588A-D05D-2174EE45FA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C64A96C-4517-0A24-8837-FEE96D5A2A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CFCEE8-C2D8-4B9E-9AE4-2233921F737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620270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9924AB-A30F-67E0-5C60-B39ED60D9F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880F0F3-0A29-41FE-672B-D1C51755AA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2A59F85-9C89-DD87-39F5-FA5FFEFE51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4396BC1-3A6A-F4D2-66F0-46AF6912A4F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E29EC45-F832-BFAF-59CA-5106834D496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C5C0AB5-0877-2E0E-31E2-2FA698DA55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E8D14F-84F4-4421-B885-0685E9BD2E97}" type="datetimeFigureOut">
              <a:rPr lang="en-IN" smtClean="0"/>
              <a:t>14-07-2026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5C227FB-CF28-7E2B-7FB1-EAE77B8466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179571E-9234-881F-B929-3C9F0CAEDE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CFCEE8-C2D8-4B9E-9AE4-2233921F737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387785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781A7E-B309-70DE-906E-9D12E1EBBE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2C53DC8-B5B4-6CB9-B7DB-8D1D9CB205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E8D14F-84F4-4421-B885-0685E9BD2E97}" type="datetimeFigureOut">
              <a:rPr lang="en-IN" smtClean="0"/>
              <a:t>14-07-2026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CCD1D7D-FB82-2B6B-9C99-79B6CACE35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6FD365D-520B-B9BB-3AD9-A88123B108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CFCEE8-C2D8-4B9E-9AE4-2233921F737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32211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D2E113B-DEE7-71E7-2B1B-7330C0A104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E8D14F-84F4-4421-B885-0685E9BD2E97}" type="datetimeFigureOut">
              <a:rPr lang="en-IN" smtClean="0"/>
              <a:t>14-07-2026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C7AD68C-F2FD-23A8-90CA-D3E3C6D83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A2B9AF-B3FD-0738-0081-E36E647DBD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CFCEE8-C2D8-4B9E-9AE4-2233921F737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808469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2D8D41-C193-2955-7B67-E524DC73D8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90DD0C-671E-A54D-76DA-20B63CDD78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3493F5B-8831-A508-6423-C8ADD86F733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C3D45C-ABE7-1CD7-2EB4-0F598F6A77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E8D14F-84F4-4421-B885-0685E9BD2E97}" type="datetimeFigureOut">
              <a:rPr lang="en-IN" smtClean="0"/>
              <a:t>14-07-2026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37DDF3A-D821-581D-E291-178DA662F1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DAF909A-C31B-847F-C502-21C137A29D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CFCEE8-C2D8-4B9E-9AE4-2233921F737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254376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225B72-7FA8-1358-D3B7-F046358C90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D99705F-9702-47CB-1819-52F470D6F77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E62D118-B033-A2C4-DCAD-6A6097A903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DF32AAA-602C-532E-7406-A3FE59292B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E8D14F-84F4-4421-B885-0685E9BD2E97}" type="datetimeFigureOut">
              <a:rPr lang="en-IN" smtClean="0"/>
              <a:t>14-07-2026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72BD879-862B-D8C2-E187-27C23AF068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53E9059-234E-2C00-19BF-6A16F8CAC8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CFCEE8-C2D8-4B9E-9AE4-2233921F737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437788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D99733-41C1-B301-2106-FBA256B75C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5070FE1-7C4F-A250-FFF3-9D789712258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635920-5C08-03EE-193B-18CB3EE206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E8D14F-84F4-4421-B885-0685E9BD2E97}" type="datetimeFigureOut">
              <a:rPr lang="en-IN" smtClean="0"/>
              <a:t>14-07-2026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B176E0-71BB-6E52-4EC2-DB418169E6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97836E-1EA6-31B4-CB6D-125A62B357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CFCEE8-C2D8-4B9E-9AE4-2233921F737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273300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EF9D47B-F090-B969-D86E-582EF103E40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8F7BB30-9418-548F-BA50-ECDAC2F3826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19B16E-4AA5-3C00-B004-0A1E44BB91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E8D14F-84F4-4421-B885-0685E9BD2E97}" type="datetimeFigureOut">
              <a:rPr lang="en-IN" smtClean="0"/>
              <a:t>14-07-2026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86015D-3A94-54E4-BC07-43E77A59E9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82C89E-6B88-3313-7C85-DB5DA97CE9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CFCEE8-C2D8-4B9E-9AE4-2233921F737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83396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91DEA1F-5AE5-BB4A-585A-602C83704C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C035616-E68C-6D70-CB78-F8498AE22D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3BA1E2-BBB8-4670-7609-BBA1E9DBC6B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2E8D14F-84F4-4421-B885-0685E9BD2E97}" type="datetimeFigureOut">
              <a:rPr lang="en-IN" smtClean="0"/>
              <a:t>14-07-2026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14C3D7-296F-C072-4F49-35B3F84536A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D6765C-DF1C-1677-D87C-301E8DB0A87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0CFCEE8-C2D8-4B9E-9AE4-2233921F737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39885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AC60ECD1-E83A-73D8-EC24-347B8FC564C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5035" y="231577"/>
            <a:ext cx="11217897" cy="1308128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199AB9FF-2AF6-132E-814A-D97F9C1B3FFD}"/>
              </a:ext>
            </a:extLst>
          </p:cNvPr>
          <p:cNvSpPr txBox="1"/>
          <p:nvPr/>
        </p:nvSpPr>
        <p:spPr>
          <a:xfrm>
            <a:off x="2950589" y="2294582"/>
            <a:ext cx="6466788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6000" b="1" dirty="0">
                <a:latin typeface="Algerian" panose="04020705040A02060702" pitchFamily="82" charset="0"/>
              </a:rPr>
              <a:t>Caesar Cipher Algorithm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A0631F0-BA63-3B14-84BB-CA3A647B6156}"/>
              </a:ext>
            </a:extLst>
          </p:cNvPr>
          <p:cNvSpPr txBox="1"/>
          <p:nvPr/>
        </p:nvSpPr>
        <p:spPr>
          <a:xfrm>
            <a:off x="1602556" y="4988449"/>
            <a:ext cx="2696066" cy="9712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sz="2000" b="1" dirty="0"/>
              <a:t>Guided by </a:t>
            </a:r>
          </a:p>
          <a:p>
            <a:pPr>
              <a:lnSpc>
                <a:spcPct val="150000"/>
              </a:lnSpc>
            </a:pPr>
            <a:r>
              <a:rPr lang="en-IN" sz="2000" dirty="0" err="1"/>
              <a:t>DR.E.Anbalagan</a:t>
            </a:r>
            <a:endParaRPr lang="en-IN" sz="20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6A59337-F024-ED0C-A001-2113C53066DE}"/>
              </a:ext>
            </a:extLst>
          </p:cNvPr>
          <p:cNvSpPr txBox="1"/>
          <p:nvPr/>
        </p:nvSpPr>
        <p:spPr>
          <a:xfrm>
            <a:off x="8647523" y="4988450"/>
            <a:ext cx="2394408" cy="9712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sz="2000" b="1" dirty="0"/>
              <a:t>Presented by</a:t>
            </a:r>
          </a:p>
          <a:p>
            <a:pPr>
              <a:lnSpc>
                <a:spcPct val="150000"/>
              </a:lnSpc>
            </a:pPr>
            <a:r>
              <a:rPr lang="en-IN" sz="2000" dirty="0"/>
              <a:t>Avinash B</a:t>
            </a:r>
          </a:p>
        </p:txBody>
      </p:sp>
    </p:spTree>
    <p:extLst>
      <p:ext uri="{BB962C8B-B14F-4D97-AF65-F5344CB8AC3E}">
        <p14:creationId xmlns:p14="http://schemas.microsoft.com/office/powerpoint/2010/main" val="41269519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DFEF187-4A98-FBCA-C3EE-DE595F8989BD}"/>
              </a:ext>
            </a:extLst>
          </p:cNvPr>
          <p:cNvSpPr txBox="1"/>
          <p:nvPr/>
        </p:nvSpPr>
        <p:spPr>
          <a:xfrm>
            <a:off x="3905446" y="154698"/>
            <a:ext cx="4381107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54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198C26C-4D78-73A7-A02B-A5F5E47EA326}"/>
              </a:ext>
            </a:extLst>
          </p:cNvPr>
          <p:cNvSpPr txBox="1"/>
          <p:nvPr/>
        </p:nvSpPr>
        <p:spPr>
          <a:xfrm>
            <a:off x="740865" y="2024480"/>
            <a:ext cx="11008152" cy="280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Caesar Cipher is a basic encryption method. 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converts readable text (plaintext) into secret text (ciphertext). 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Every letter is shifted by a fixed number of positions. 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key decides how many positions each letter moves. 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is widely used for educational purposes to learn encryption concepts.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92E50DB-7111-5F88-5C64-1275B84A0F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2983" y="156557"/>
            <a:ext cx="1121866" cy="119136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3381DF7-DCAA-5EDF-B47C-BC4B4580A6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68328" y="176810"/>
            <a:ext cx="980689" cy="11490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79287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FE2C9A9-4ED3-B149-B3B1-F10257CF3969}"/>
              </a:ext>
            </a:extLst>
          </p:cNvPr>
          <p:cNvSpPr txBox="1"/>
          <p:nvPr/>
        </p:nvSpPr>
        <p:spPr>
          <a:xfrm>
            <a:off x="1878291" y="296100"/>
            <a:ext cx="8208389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54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Working of Caesar Cipher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43B8170-E770-1FB0-27CD-8650DF9950A4}"/>
              </a:ext>
            </a:extLst>
          </p:cNvPr>
          <p:cNvSpPr txBox="1"/>
          <p:nvPr/>
        </p:nvSpPr>
        <p:spPr>
          <a:xfrm>
            <a:off x="813062" y="1631085"/>
            <a:ext cx="6094428" cy="22550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Write the plaintext. 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Choose a key (Example: 3). 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Shift every letter forward by the key value. 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new letters form the ciphertext.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16F6D23-56CB-AA65-2708-FAA38A8390D7}"/>
              </a:ext>
            </a:extLst>
          </p:cNvPr>
          <p:cNvSpPr txBox="1"/>
          <p:nvPr/>
        </p:nvSpPr>
        <p:spPr>
          <a:xfrm>
            <a:off x="897904" y="4105935"/>
            <a:ext cx="6094428" cy="224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IN"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</a:t>
            </a:r>
            <a:endParaRPr lang="en-IN" sz="2400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Plaintext: HELLO</a:t>
            </a:r>
          </a:p>
          <a:p>
            <a:pPr>
              <a:lnSpc>
                <a:spcPct val="150000"/>
              </a:lnSpc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= 3</a:t>
            </a:r>
          </a:p>
          <a:p>
            <a:pPr>
              <a:lnSpc>
                <a:spcPct val="150000"/>
              </a:lnSpc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Ciphertext: KHOOR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29C4C04-55C3-7185-FD73-F3BA28E05E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2983" y="156557"/>
            <a:ext cx="1121866" cy="119136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10CB28E-BE89-41A0-238E-3EEF29CFCE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68328" y="176810"/>
            <a:ext cx="980689" cy="11490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51777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B252933-BD12-D7CA-1078-66C37A4ACB22}"/>
              </a:ext>
            </a:extLst>
          </p:cNvPr>
          <p:cNvSpPr txBox="1"/>
          <p:nvPr/>
        </p:nvSpPr>
        <p:spPr>
          <a:xfrm>
            <a:off x="624527" y="1468497"/>
            <a:ext cx="6094428" cy="48403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Very simple to understand. 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Easy to implement. 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Fast encryption. </a:t>
            </a:r>
          </a:p>
          <a:p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Disadvantages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Only 26 possible keys. 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 be broken using brute force. 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 secure for modern communication.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4F85087-1FE4-FC59-A2FC-19D61BC03EFC}"/>
              </a:ext>
            </a:extLst>
          </p:cNvPr>
          <p:cNvSpPr txBox="1"/>
          <p:nvPr/>
        </p:nvSpPr>
        <p:spPr>
          <a:xfrm>
            <a:off x="1327103" y="277136"/>
            <a:ext cx="967897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5400" dirty="0">
                <a:solidFill>
                  <a:srgbClr val="C00000"/>
                </a:solidFill>
              </a:rPr>
              <a:t>Advantages &amp; Disadvantages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4873FB9-A142-A959-B1C4-93CD3B07C0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2983" y="156557"/>
            <a:ext cx="1121866" cy="119136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2E7D39F-B15C-AD92-10AB-9F0B171FFD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68328" y="176810"/>
            <a:ext cx="980689" cy="11490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11886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8F76560-69EA-B07F-438E-76F09E9D6E7A}"/>
              </a:ext>
            </a:extLst>
          </p:cNvPr>
          <p:cNvSpPr txBox="1"/>
          <p:nvPr/>
        </p:nvSpPr>
        <p:spPr>
          <a:xfrm>
            <a:off x="4207104" y="154698"/>
            <a:ext cx="3777791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54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533EA0C-8D58-2AF4-C14C-1970917778EF}"/>
              </a:ext>
            </a:extLst>
          </p:cNvPr>
          <p:cNvSpPr txBox="1"/>
          <p:nvPr/>
        </p:nvSpPr>
        <p:spPr>
          <a:xfrm>
            <a:off x="810705" y="2487115"/>
            <a:ext cx="9379670" cy="16879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Caesar Cipher is the simplest classical encryption algorithm. 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replaces each letter with another letter by shifting positions. 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is useful for learning cryptography basics but is not secure today.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B52DF9F-263E-5C3A-FE15-608883AC6D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2983" y="156557"/>
            <a:ext cx="1121866" cy="119136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12FED72-52F4-F5A9-44B5-2F79404BD8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68328" y="176810"/>
            <a:ext cx="980689" cy="11490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94063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DEC41DA-1B2B-F9C4-0D50-141553A18B80}"/>
              </a:ext>
            </a:extLst>
          </p:cNvPr>
          <p:cNvSpPr txBox="1"/>
          <p:nvPr/>
        </p:nvSpPr>
        <p:spPr>
          <a:xfrm>
            <a:off x="2589229" y="2224726"/>
            <a:ext cx="7013542" cy="20928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3000" dirty="0">
                <a:latin typeface="Vladimir Script" panose="03050402040407070305" pitchFamily="66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7666477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182</Words>
  <Application>Microsoft Office PowerPoint</Application>
  <PresentationFormat>Widescreen</PresentationFormat>
  <Paragraphs>35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4" baseType="lpstr">
      <vt:lpstr>Algerian</vt:lpstr>
      <vt:lpstr>Aptos</vt:lpstr>
      <vt:lpstr>Aptos Display</vt:lpstr>
      <vt:lpstr>Arial</vt:lpstr>
      <vt:lpstr>Times New Roman</vt:lpstr>
      <vt:lpstr>Vladimir Script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AVINASH B</dc:creator>
  <cp:lastModifiedBy>AVINASH B</cp:lastModifiedBy>
  <cp:revision>1</cp:revision>
  <dcterms:created xsi:type="dcterms:W3CDTF">2026-07-14T14:45:53Z</dcterms:created>
  <dcterms:modified xsi:type="dcterms:W3CDTF">2026-07-14T15:10:39Z</dcterms:modified>
</cp:coreProperties>
</file>